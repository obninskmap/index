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7e59ae34748be" /><Relationship Type="http://schemas.openxmlformats.org/officeDocument/2006/relationships/extended-properties" Target="/docProps/app.xml" Id="Rdeabd653392a41c7" /><Relationship Type="http://schemas.openxmlformats.org/officeDocument/2006/relationships/officeDocument" Target="/ppt/presentation.xml" Id="Rd03e28f8deeb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5da92db29d4a62"/>
  </p:sldMasterIdLst>
  <p:notesMasterIdLst>
    <p:notesMasterId xmlns:r="http://schemas.openxmlformats.org/officeDocument/2006/relationships" r:id="Rfdca58f414734441"/>
  </p:notesMasterIdLst>
  <p:sldIdLst>
    <p:sldId xmlns:r="http://schemas.openxmlformats.org/officeDocument/2006/relationships" id="256" r:id="Rb2fbb8ed837e4084"/>
    <p:sldId xmlns:r="http://schemas.openxmlformats.org/officeDocument/2006/relationships" id="257" r:id="Red7626fe1eae426c"/>
    <p:sldId xmlns:r="http://schemas.openxmlformats.org/officeDocument/2006/relationships" id="258" r:id="R1dfe5448221041d1"/>
    <p:sldId xmlns:r="http://schemas.openxmlformats.org/officeDocument/2006/relationships" id="259" r:id="R7451b48099204340"/>
    <p:sldId xmlns:r="http://schemas.openxmlformats.org/officeDocument/2006/relationships" id="260" r:id="R995b7e39c2ec4da7"/>
    <p:sldId xmlns:r="http://schemas.openxmlformats.org/officeDocument/2006/relationships" id="261" r:id="Rdecd68434444422e"/>
    <p:sldId xmlns:r="http://schemas.openxmlformats.org/officeDocument/2006/relationships" id="262" r:id="Rcc5c874937434d30"/>
    <p:sldId xmlns:r="http://schemas.openxmlformats.org/officeDocument/2006/relationships" id="263" r:id="R017618b428b84d49"/>
    <p:sldId xmlns:r="http://schemas.openxmlformats.org/officeDocument/2006/relationships" id="264" r:id="R2d6dfa1eb66c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e6eb83a60f4bf2" /><Relationship Type="http://schemas.openxmlformats.org/officeDocument/2006/relationships/slideMaster" Target="/ppt/slideMasters/slideMaster1.xml" Id="R855da92db29d4a62" /><Relationship Type="http://schemas.openxmlformats.org/officeDocument/2006/relationships/notesMaster" Target="/ppt/notesMasters/notesMaster1.xml" Id="Rfdca58f414734441" /><Relationship Type="http://schemas.openxmlformats.org/officeDocument/2006/relationships/presProps" Target="/ppt/presProps.xml" Id="R4178cc2982644d84" /><Relationship Type="http://schemas.openxmlformats.org/officeDocument/2006/relationships/tableStyles" Target="/ppt/tableStyles.xml" Id="Rac81e82dd5ee4626" /><Relationship Type="http://schemas.openxmlformats.org/officeDocument/2006/relationships/slide" Target="/ppt/slides/slide1.xml" Id="Rb2fbb8ed837e4084" /><Relationship Type="http://schemas.openxmlformats.org/officeDocument/2006/relationships/slide" Target="/ppt/slides/slide2.xml" Id="Red7626fe1eae426c" /><Relationship Type="http://schemas.openxmlformats.org/officeDocument/2006/relationships/slide" Target="/ppt/slides/slide3.xml" Id="R1dfe5448221041d1" /><Relationship Type="http://schemas.openxmlformats.org/officeDocument/2006/relationships/slide" Target="/ppt/slides/slide4.xml" Id="R7451b48099204340" /><Relationship Type="http://schemas.openxmlformats.org/officeDocument/2006/relationships/slide" Target="/ppt/slides/slide5.xml" Id="R995b7e39c2ec4da7" /><Relationship Type="http://schemas.openxmlformats.org/officeDocument/2006/relationships/slide" Target="/ppt/slides/slide6.xml" Id="Rdecd68434444422e" /><Relationship Type="http://schemas.openxmlformats.org/officeDocument/2006/relationships/slide" Target="/ppt/slides/slide7.xml" Id="Rcc5c874937434d30" /><Relationship Type="http://schemas.openxmlformats.org/officeDocument/2006/relationships/slide" Target="/ppt/slides/slide8.xml" Id="R017618b428b84d49" /><Relationship Type="http://schemas.openxmlformats.org/officeDocument/2006/relationships/slide" Target="/ppt/slides/slide9.xml" Id="R2d6dfa1eb66c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3678a8093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928db02934e99" /><Relationship Type="http://schemas.openxmlformats.org/officeDocument/2006/relationships/notesMaster" Target="/ppt/notesMasters/notesMaster1.xml" Id="Rc2aed49905dc4b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94f1b785c24f61" /><Relationship Type="http://schemas.openxmlformats.org/officeDocument/2006/relationships/notesMaster" Target="/ppt/notesMasters/notesMaster1.xml" Id="Rae4369c619f0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423f2d4234e31" /><Relationship Type="http://schemas.openxmlformats.org/officeDocument/2006/relationships/notesMaster" Target="/ppt/notesMasters/notesMaster1.xml" Id="Rb0f2f59bc687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6eb3053334874" /><Relationship Type="http://schemas.openxmlformats.org/officeDocument/2006/relationships/notesMaster" Target="/ppt/notesMasters/notesMaster1.xml" Id="R2398ead4b9ac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9167a093e4a1e" /><Relationship Type="http://schemas.openxmlformats.org/officeDocument/2006/relationships/notesMaster" Target="/ppt/notesMasters/notesMaster1.xml" Id="R89c7f5b02b0747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2f7b86013e455c" /><Relationship Type="http://schemas.openxmlformats.org/officeDocument/2006/relationships/notesMaster" Target="/ppt/notesMasters/notesMaster1.xml" Id="R8e9e3142baf7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c539341b114ca1" /><Relationship Type="http://schemas.openxmlformats.org/officeDocument/2006/relationships/notesMaster" Target="/ppt/notesMasters/notesMaster1.xml" Id="R13eee4b89bc8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e9c6b57294df4" /><Relationship Type="http://schemas.openxmlformats.org/officeDocument/2006/relationships/notesMaster" Target="/ppt/notesMasters/notesMaster1.xml" Id="R9f462044e0cd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9adf4f5ea4603" /><Relationship Type="http://schemas.openxmlformats.org/officeDocument/2006/relationships/notesMaster" Target="/ppt/notesMasters/notesMaster1.xml" Id="R30ca1c166260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Проект посвящён научным организациям и предприятиям Обнинска. Карта объединяет их расположение и краткие сведения о деятельности. Фон является концептуальной ИИ-иллюстрацией, а не фотографией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Актуальность проекта: показать понятную связь между местами в городе и работой организаций. Это обоснование образовательной пользы, а не результат опроса жителей.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Главная цель объединяет два действия: найти организацию на карте и познакомиться с её работой. Проект рассчитан на пользователей без специальных знаний.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data.js. В файле 8 организаций, у каждой по 3 примера деятельности, всего 24. Группы приведены по полю group. Это подборка, а не полный перечень организаций Обнинска.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README.md, app.js и index.html. На компьютере карточка появляется при наведении на метку, на телефоне её можно открыть нажатием. Поиск учитывает название, адрес, отрасль и примеры продукции.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Сведения: data.js и https://www.admobninsk.ru/obninsk/gorod/scientific-centers/technologiya/</a:t>
            </a:r>
          </a:p>
          <a:p xmlns:a="http://schemas.openxmlformats.org/drawingml/2006/main">
            <a:r>
              <a:t>Фото из проекта: ОНПП «Технология» / Администрация Обнинска, публикация 2025 года. Источник: https://admobninsk.ru/news/2025/10/24/news_34090.html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Этапы обобщают работу, отражённую в материалах проекта. Даты, длительность разработки и результаты пользовательских испытаний не заявляются: таких подтверждённых сведений в репозитории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Практическая польза описывает возможные способы применения. Расширение списка и обновление материалов являются предложениями по развитию, а не уже выполненными работами.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Результат подтверждается структурой и содержанием репозитория: карта, каталог, поиск, фильтры и карточки организаций. Концептуальный фон создан с помощью ИИ и не воспроизводит реальную географию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7607f6a1b42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f9209b3ae46b0" /><Relationship Type="http://schemas.openxmlformats.org/officeDocument/2006/relationships/slideLayout" Target="/ppt/slideLayouts/slideLayout1.xml" Id="R830be38455b344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be38455b344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95d78a807473f" /><Relationship Type="http://schemas.openxmlformats.org/officeDocument/2006/relationships/image" Target="/ppt/media/image.png" Id="R9c48cfc983bf47a5" /><Relationship Type="http://schemas.openxmlformats.org/officeDocument/2006/relationships/notesSlide" Target="/ppt/notesSlides/notesSlide1.xml" Id="R9523a01dd25c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f9366e9e64971" /><Relationship Type="http://schemas.openxmlformats.org/officeDocument/2006/relationships/notesSlide" Target="/ppt/notesSlides/notesSlide2.xml" Id="Redd3da5a2106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bb900c1744093" /><Relationship Type="http://schemas.openxmlformats.org/officeDocument/2006/relationships/notesSlide" Target="/ppt/notesSlides/notesSlide3.xml" Id="R27f4af8a675a4b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88c70b897440f" /><Relationship Type="http://schemas.openxmlformats.org/officeDocument/2006/relationships/notesSlide" Target="/ppt/notesSlides/notesSlide4.xml" Id="Re82e3353241c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f9c27d3fd4584" /><Relationship Type="http://schemas.openxmlformats.org/officeDocument/2006/relationships/notesSlide" Target="/ppt/notesSlides/notesSlide5.xml" Id="R7848309215e74f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86b1915204b4c" /><Relationship Type="http://schemas.openxmlformats.org/officeDocument/2006/relationships/image" Target="/ppt/media/image.jpeg" Id="Rf8527b7a60a24e8e" /><Relationship Type="http://schemas.openxmlformats.org/officeDocument/2006/relationships/notesSlide" Target="/ppt/notesSlides/notesSlide6.xml" Id="R9dab837dd189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ebbb9952649bd" /><Relationship Type="http://schemas.openxmlformats.org/officeDocument/2006/relationships/notesSlide" Target="/ppt/notesSlides/notesSlide7.xml" Id="Re6f2056a3e55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d19d5f524458" /><Relationship Type="http://schemas.openxmlformats.org/officeDocument/2006/relationships/hyperlink" Target="https://obninskmap.github.io/index/" TargetMode="External" Id="Ra9e88ad6e2ec44ad" /><Relationship Type="http://schemas.openxmlformats.org/officeDocument/2006/relationships/notesSlide" Target="/ppt/notesSlides/notesSlide8.xml" Id="R87491a2bbc94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42c117bdf4156" /><Relationship Type="http://schemas.openxmlformats.org/officeDocument/2006/relationships/image" Target="/ppt/media/image2.png" Id="R060211a61aae4539" /><Relationship Type="http://schemas.openxmlformats.org/officeDocument/2006/relationships/notesSlide" Target="/ppt/notesSlides/notesSlide9.xml" Id="R3d8d6f15663047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cfc983bf47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9993-36C0-4856-B4CC-F22E637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858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Интерактивная</a:t>
            </a:r>
          </a:p>
          <a:p xmlns:a="http://schemas.openxmlformats.org/drawingml/2006/main">
            <a:pPr>
              <a:buNone/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Обнинска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71157-9367-49E2-A181-4017FC4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Четыре научные организации</a:t>
            </a:r>
          </a:p>
          <a:p xmlns:a="http://schemas.openxmlformats.org/drawingml/2006/main">
            <a:pPr>
              <a:buNone/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их разработки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107A5-7E59-4EEA-A199-859016D8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Учебный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726143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C9AE-CAB8-4F12-94A1-1C81009D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B326-AB98-4F82-8989-B37097A1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7531-4915-4BC5-AE34-25FC095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Знакомство с городом</a:t>
            </a:r>
          </a:p>
          <a:p xmlns:a="http://schemas.openxmlformats.org/drawingml/2006/main">
            <a:pPr>
              <a:buNone/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через его предприятия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3960-238F-45A6-98B4-710137B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Названия организаций не всегда объясняют, чем они занимаются и какую пользу приносит их работа.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E179-AF5F-4572-B49E-10396D0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Карта связывает расположение организаций с исследованиями, историей и примерами работ.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278D9-003B-4532-BFCE-86A0008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Такой формат подходит для изучения родного края и знакомства с профессиями.</a:t>
            </a:r>
          </a:p>
        </p:txBody>
      </p:sp>
    </p:spTree>
    <p:extLst>
      <p:ext uri="{BB962C8B-B14F-4D97-AF65-F5344CB8AC3E}">
        <p14:creationId xmlns:p14="http://schemas.microsoft.com/office/powerpoint/2010/main" val="70373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7D70-61EE-49BF-9ADC-557192B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Цель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686C6-7355-43F2-9A65-3FD56B1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6395-D3B9-4915-AA8B-0BA8FD2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Создать интерактивную карту четырёх научных организаций Обнинска с понятными описаниями и источниками.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7050-3FF7-43D0-A3A6-D1E695E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1. Отобрать организации и проверить открытые источники.
2. Подготовить карточки с исследованиями, историей и фото.
3. Добавить карту, поиск, фильтры и галереи.
4. Проверить просмотр на компьютере, телефоне и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726819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342C-6644-46E7-98F5-62CC8BC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Что представлено на карте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ED8F-27DA-4918-8816-2C80502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4E34-7B87-4AB1-8D90-A9CF4EE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61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99EE-1FD0-46AA-909F-4113F75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организаций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5FDB6-2380-4E4D-BDF7-D7A41ED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1ED0-5E57-4430-9516-F6F5E86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примера работ</a:t>
            </a:r>
          </a:p>
          <a:p xmlns:a="http://schemas.openxmlformats.org/drawingml/2006/main">
            <a:pPr>
              <a:buNone/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 продукции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7812-BDC2-4DEA-8B55-2A0A57A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Ядерные технологии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BA80E-45B4-40D0-A6A5-D9B13C6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ФЭИ и НИФХИ им. Карпова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DE385-9DDD-4FC9-8314-0E9FE0B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Материаловедение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E13C8-1863-4FB3-8293-9801F268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4332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ОНПП «Технология»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CEFB-0AC8-40F5-913C-B2B26D7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Экология и климат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30D3-3853-4103-B61A-853C6C26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81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НПО «Тайфун»</a:t>
            </a:r>
          </a:p>
        </p:txBody>
      </p:sp>
    </p:spTree>
    <p:extLst>
      <p:ext uri="{BB962C8B-B14F-4D97-AF65-F5344CB8AC3E}">
        <p14:creationId xmlns:p14="http://schemas.microsoft.com/office/powerpoint/2010/main" val="688259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C0007-FCDE-4FAF-B15B-74DE5E6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Как пользоваться картой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BAB1D-C810-4C11-A2DC-AED6E44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0092F-6929-42ED-92DD-2FD87AF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1. Найти организацию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C28F2-CD0A-4D7B-8627-8E910AB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метку или название в списке.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4B2CD-9AA7-4028-9134-49F8639B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2. Уточнить выбор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7632-9E3D-4B2D-AE81-19E3DD73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Воспользоваться поиском или фильтром.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AA644-0610-446E-B25B-029220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3. Открыть сведения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B989-FD09-4C27-9450-097FF7A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Прочитать историю, исследования, примеры работ и посмотреть фотогалерею.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F6FFD-6AA8-4785-82D1-30928B4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4. Узнать больше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31D8B-83A4-401B-9A84-2D9CEBB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Перейти к источникам или открыть каталог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1126173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936B9-84DD-47F7-BED1-6A34EF0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Пример: ОНПП «Технология»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C87D6-7C9F-4D82-983B-D36C9E0A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27b7a60a24e8e"/>
          <a:srcRect xmlns:a="http://schemas.openxmlformats.org/drawingml/2006/main" l="2872" t="0" r="2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28775"/>
            <a:ext cx="5905500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1444-DD5D-42B6-9B55-E0B1CC0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049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Чем занимается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6A1B-7321-4848-B977-C92992A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Исследует и создаёт композиты, техническое стекло и керамику для инженерных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AC6C-8007-406C-BC5C-1EECE25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10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В карточке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C7FC-AC5A-405D-8122-1773754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Исследования материалов, шесть примеров разработок, история, фотографии и источники.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91CF1-D908-46B4-B2DB-87E25D1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Композиты, техническое стекло и керамика</a:t>
            </a:r>
          </a:p>
        </p:txBody>
      </p:sp>
    </p:spTree>
    <p:extLst>
      <p:ext uri="{BB962C8B-B14F-4D97-AF65-F5344CB8AC3E}">
        <p14:creationId xmlns:p14="http://schemas.microsoft.com/office/powerpoint/2010/main" val="125852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F6BB0-32EE-4672-B540-91C5603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Этапы создания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8178-B227-43AB-B75A-7BBB9DD8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4A9F-AC2E-4485-B371-F3DF4AB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7B94-CFF1-4335-9C90-A214FFF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478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Подбор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394F-DE2F-4BC4-BE6F-7EA0CAA6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240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Отбор четырёх организаций, проверка сведений и фотографий.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5F19F-EF23-44D1-B6D5-08CB390E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EABA-2477-47D6-8364-9F1EF64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527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Подготовка содержания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39EC-0FC8-4DDA-AFF9-594A9F1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289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Карточки с научным профилем, историей и 24 примерами работ.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71981-063E-48F3-881E-344C243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ECF83-5D17-499C-8D7E-B718AA01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Создание карты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86716-D532-4E9C-BAFD-B7D1962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Метки, поиск, три фильтра, галереи и локальный каталог.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076D8-A434-4621-85EC-B5B59E1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CD2B6-F507-4895-8F14-CAAD6BA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625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Проверка и оформление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F6EF6-184C-4A64-A323-28B7E16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387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Просмотр на разных экранах и доступ к материалам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845363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16F0-57E1-4AE8-AC78-5533554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Практическая польза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64FA-FFAA-4883-BAB9-E8EB949C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D43A-4CF5-4ABD-8E8C-E1CEBD5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606BD-3FCE-41C3-BFA6-51E1FFA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Материал для уроков краеведения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школьных выступлений.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Знакомство с направлениями науки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производства в своём городе.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5CFB-6CB8-4008-B0A0-B2E13D9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Дальнейшие шаги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F76E0-6049-4728-8E4A-7FBEE20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Проверить координаты на местности.</a:t>
            </a:r>
          </a:p>
          <a:p xmlns:a="http://schemas.openxmlformats.org/drawingml/2006/main">
            <a:r>
              <a:rPr sz="2025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другие научные организации.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Обновлять сведения по источникам.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A4F9-ACE7-4ECA-8D45-E2A34B4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Тематическая подборка: 4 организации, 24 примера работ и 25 изображений.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43FC-F2FB-4C83-8D90-BA7249E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u="sng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650" u="sng">
                <a:solidFill>
                  <a:srgbClr val="197961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9e88ad6e2ec44ad"/>
              </a:rPr>
              <a:t>https://obninskmap.github.io/index/</a:t>
            </a:r>
          </a:p>
        </p:txBody>
      </p:sp>
    </p:spTree>
    <p:extLst>
      <p:ext uri="{BB962C8B-B14F-4D97-AF65-F5344CB8AC3E}">
        <p14:creationId xmlns:p14="http://schemas.microsoft.com/office/powerpoint/2010/main" val="1587300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211a61aae45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FFAEE-6BB2-433B-B83A-46F1DBA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Результат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840DB-BF53-4BE2-964F-F946449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33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объединяет сведения</a:t>
            </a:r>
          </a:p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 четырёх научных организациях</a:t>
            </a:r>
          </a:p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в одном наглядном формате.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14DD7-C1EA-47FF-A6B7-A217C6C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953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Поиск, фильтры и локальный каталог</a:t>
            </a:r>
          </a:p>
          <a:p xmlns:a="http://schemas.openxmlformats.org/drawingml/2006/main">
            <a:pPr>
              <a:buNone/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помогают изучать материал.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145D8-DE4F-4A48-A933-F31EC20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36788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2026-09-29T16:06:36.6590000Z</dcterms:created>
  <dcterms:modified xsi:type="dcterms:W3CDTF">2026-09-29T16:06:36.6590000Z</dcterms:modified>
</coreProperties>
</file>